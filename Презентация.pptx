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3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4DCED-E289-4F53-BDDF-381C0B74F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3B3B08-CCD2-E190-BB1D-F444709FD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938797-886D-2C0F-AB54-41FFFD58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33DDC-BA1E-53C6-9418-E23F2E19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9DECC2-3D89-0F1B-0D78-05CAE11E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98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2EC0B-8DC9-E91E-5038-2F48D1B4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8D9B41-10E5-EC30-3136-708A81BA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A5AF17-6EB4-B898-C783-7F820A3E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33142C-A285-C0CA-7DAB-147BAAA1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EE56C5-14C7-50B2-A0CF-892D89AB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5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7EB4D-E2DD-4E65-8D99-62277607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6DF7BE-343E-B2E8-0FCA-537E9181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24E630-DD1F-AF62-A37C-4B193C38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204F87-8691-D715-A942-1D5E73FE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3C7468-4807-4323-3CE3-60F1C38A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68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74D92-5992-1C39-556B-170C0451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3A306A-EBFA-3194-8502-6E640E6A5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DA176B-BF71-4944-3222-4F9C273A3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165AD9-5907-2338-7978-B90AFB36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C89568-336C-BE02-8F84-6771A81F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067ED0-9552-57EA-9A26-22769EF3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55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A1A28-B902-7429-66F9-53C77A94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6A9303-2964-2660-CA05-97670AB2B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A04F64-42F6-E18C-EB63-0600B6C65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D68090-9222-D070-6860-2045E24CB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3CDCA3-C8DB-C9F3-8650-B9FB8A2EA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83C1D4-DCE1-FC90-AFF0-F11B04FC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0DF4E2-B84F-EDB5-B9DD-0D7D84B0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86E46C-4920-5DA7-69BA-E52B2443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07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E2F4A-9A38-F69C-A3DF-0185A035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25A488-7E26-A061-E45A-4033868E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3BE29E-5885-8DEF-133F-034FFC30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8C102B-3904-65FD-97E5-F91A8D0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8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72F9BF-4FE7-9E4A-721F-8A4CEA58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1F33F6-E752-138C-D94C-4C1D71FC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9FA1AA-7A01-B9AD-ECEE-39455B86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46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1D6A3-09E8-1F96-6E84-329B9F2E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650BEB-5838-D000-9E73-39925E49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144683-19C8-4788-720F-336125530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3D8A0B-82CD-147A-94CF-ADA509D9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F26597-B265-4FDE-1E54-FEDD2486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8D642C-FF67-87B6-BFC0-5CD7F15E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9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DEB50-D95F-EB73-BA8B-1E7386941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1F21323-99CF-D718-48BC-C22BB4D8F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A2B469-D814-3776-8869-A37687738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6DF17F-B137-8A18-B019-BA3CD2FB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48E563-C57B-4FA5-93E5-3E2E99E9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289CAD-C6FD-C0B3-4B14-0FBC5A82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11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670835-4B33-E9E4-C08E-F573CEAA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248137-232B-D3DC-61B1-A9C62867C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294395-3587-627C-CA02-015B7BE0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7852C3-AC46-E001-0EED-3B5BD0F7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68B7B-5F23-3F22-2908-985598BC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04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ABB7AF-BBE8-482D-6146-8B4ED1BDA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228881-DC62-89A6-A290-F2AFC15CB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884DC4-1B82-B06D-FB01-CA4289E0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9F4E0C-E374-3E30-1152-2B0FCC16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1BBB76-F957-557F-5276-606D1B8F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48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E56CD-170B-68F3-386D-1316607B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3EDC90-5AB5-93FF-E217-D270E6D1D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13AD2E-EAA6-5B54-6864-26F04D922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CFEB-DBC7-423F-8E3A-6FA7E839331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BB21B-00B2-6C49-AD80-D72F180D0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217B54-B9F3-D843-752B-B7211BFC1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B657E-68EA-4BE2-88EB-40514971E4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66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9AA37-637B-DD8C-7B4B-583E04DEE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Чайный магазин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887C20-890F-92AB-EF09-51774ACCA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7000" y="5625571"/>
            <a:ext cx="9144000" cy="1655762"/>
          </a:xfrm>
        </p:spPr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Андреев Роман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49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2CED0-8974-8199-77B6-7944A9B1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проекта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8CB4D4-269A-ECEC-120D-BDBD2099E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180" y="1793382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Создать удобную и быструю платформу для онлайн-торговли чайной продукцией.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Задачи: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Реализовать систему регистрации и авторизации пользователей.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Создать каталог с фильтрацией по категориям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Разработать функционал «Корзины» и управления балансом.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Обеспечить интерфейс администратора для управления товарами.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96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1BC62-443D-A0CA-4917-B4497CCF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65580A-CE98-5B4E-AC2B-14DEFFAB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805305"/>
            <a:ext cx="10515600" cy="4351338"/>
          </a:xfrm>
        </p:spPr>
        <p:txBody>
          <a:bodyPr/>
          <a:lstStyle/>
          <a:p>
            <a:r>
              <a:rPr lang="ru-RU" dirty="0"/>
              <a:t>Проект разработан на языке Python 3.12 с использованием</a:t>
            </a:r>
            <a:r>
              <a:rPr lang="en-US" dirty="0"/>
              <a:t> </a:t>
            </a:r>
            <a:r>
              <a:rPr lang="ru-RU" dirty="0"/>
              <a:t>фреймворка </a:t>
            </a:r>
            <a:r>
              <a:rPr lang="ru-RU" dirty="0" err="1"/>
              <a:t>Flask</a:t>
            </a:r>
            <a:r>
              <a:rPr lang="ru-RU" dirty="0"/>
              <a:t>, который отвечает за серверную логику и маршрутизацию. В качестве надежного хранилища данных выбрана база данных </a:t>
            </a:r>
            <a:r>
              <a:rPr lang="ru-RU" dirty="0" err="1"/>
              <a:t>SQLite</a:t>
            </a:r>
            <a:r>
              <a:rPr lang="ru-RU" dirty="0"/>
              <a:t>, а взаимодействие с ней реализовано через ORM-библиотеку </a:t>
            </a:r>
            <a:r>
              <a:rPr lang="ru-RU" dirty="0" err="1"/>
              <a:t>SQLAlchemy</a:t>
            </a:r>
            <a:r>
              <a:rPr lang="ru-RU" dirty="0"/>
              <a:t>, что обеспечивает высокую скорость обработки запросов и безопасность хранения информации о пользователях и товарах.</a:t>
            </a:r>
          </a:p>
        </p:txBody>
      </p:sp>
    </p:spTree>
    <p:extLst>
      <p:ext uri="{BB962C8B-B14F-4D97-AF65-F5344CB8AC3E}">
        <p14:creationId xmlns:p14="http://schemas.microsoft.com/office/powerpoint/2010/main" val="359938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8F31E-2081-E95A-783F-A083562E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Функционал сайта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96BC19-15A6-B03C-63D9-4620137E4E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301625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Регистрация: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пользователи могут создавать свои аккаунты.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Каталог: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удобный поиск чая по категориям.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Корзина: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добавление товаров и расчет стоимости.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Личный баланс: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возможность пополнять счет и оплачивать покупки.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Админка: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добавление новых товаров и фото прямо через сайт.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передача данных о товарах в формате JSON.</a:t>
            </a:r>
          </a:p>
        </p:txBody>
      </p:sp>
    </p:spTree>
    <p:extLst>
      <p:ext uri="{BB962C8B-B14F-4D97-AF65-F5344CB8AC3E}">
        <p14:creationId xmlns:p14="http://schemas.microsoft.com/office/powerpoint/2010/main" val="715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E0099-922B-FD2B-6DEB-B558DBB9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скрины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ABA99476-0F1A-7368-C90C-AAAC65225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437" y="832721"/>
            <a:ext cx="3116446" cy="15525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C68650-08BC-8F42-EDE6-8194BE0A4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028" y="650281"/>
            <a:ext cx="3869266" cy="208081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1D4EE35-7BA5-C1F2-3B2E-F138872B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7" y="2569654"/>
            <a:ext cx="5266268" cy="222319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EEFF0C3-FA07-C128-DA89-7AB31B8A7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79832"/>
            <a:ext cx="4292600" cy="226821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2E3C71C-A7FA-3D4E-D1B4-D76AAEE3F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942" y="3968182"/>
            <a:ext cx="2974473" cy="275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98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Чайный магазин</vt:lpstr>
      <vt:lpstr>Цель проекта</vt:lpstr>
      <vt:lpstr>Технологии</vt:lpstr>
      <vt:lpstr>Функционал сайта</vt:lpstr>
      <vt:lpstr>скрины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1z</dc:creator>
  <cp:lastModifiedBy>1z</cp:lastModifiedBy>
  <cp:revision>1</cp:revision>
  <dcterms:created xsi:type="dcterms:W3CDTF">2026-04-27T14:17:30Z</dcterms:created>
  <dcterms:modified xsi:type="dcterms:W3CDTF">2026-04-27T14:17:53Z</dcterms:modified>
</cp:coreProperties>
</file>